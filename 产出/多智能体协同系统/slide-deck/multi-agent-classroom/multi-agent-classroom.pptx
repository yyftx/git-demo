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## Language
- Use Chinese
- Match punctuation style to the content language
---
## STYLE_INSTRUCTIONS
Design Aesthetic: Clean, structured visual metaphors using blueprints, diagrams, and schematics. Precise grid-based layouts with engineering precision. Technical and analytical presentation with restrained, unified color treatment.
Background:
  Texture: Subtle grid overlay on light engineering paper feel
  Base Color: Blueprint Off-White (#FAF8F5)
Typography:
  Headlines: Bold geometric sans-serif, clean letterforms, authoritative technical presence
  Body: Clean serif body text, readable at smaller sizes, professional editorial quality
Color Palette:
  Background: Blueprint Paper (#FAF8F5) - Primary background
  Grid: Light Gray (#E5E5E5) - Background grid lines
  Primary Text: Deep Slate (#334155) - Headlines, body text
  Primary Accent: Engineering Blue (#2563EB) - Key elements, highlights
  Secondary Accent: Navy Blue (#1E3A5F) - Supporting elements
  Tertiary: Light Blue (#BFDBFE) - Backgrounds, fills
  Warning: Amber (#F59E0B) - Emphasis points
Visual Elements:
  - Precise lines with consistent stroke weights (1-2px)
  - Technical schematics and clean vector graphics
  - Straight lines or 90-degree angles only for connections
  - Grid alignment for all elements
Density Guidelines:
  - Content per slide: 3-5 key points maximum
  - Whitespace: 40-50% of canvas
  - Element count: 1-2 main visual elements per slide
Style Rules:
  Do: Maintain consistent line weights, use grid alignment, keep palette restrained, create clear hierarchy through scale
  Don't: Use hand-drawn shapes, add decorative flourishes, use curved lines, include photographic elements
---
## SLIDE CONTENT
**Type**: Cover
**Filename**: 01-slide-cover.png
NARRATIVE GOAL: Hook audience with the promise of an intelligent, futuristic classroom system powered by collaborative AI agents.
Headline: 多智能体协同系统
Sub-headline: 智慧教室 · AI 驱动的教学全流程智能化
Tag line: 5 个智能体 × 4 个阶段 × 1 个教学闭环
VISUAL: Central isometric blueprint-style illustration of a smart classroom, with 5 abstract geometric agent nodes (cubes/spheres) connected by precise cyan-blue circuit lines orbiting around a central classroom icon. Subtle grid background. Clean engineering blueprint aesthetic with light blue (#BFDBFE) accent fills and deep navy (#1E3A5F) outlines.
LAYOUT: title-hero — Title centered top-third, sub-headline below, tag line at bottom. Visual occupying center. Clean symmetry with precise geometric alignment. Large bold headline, ample whitespace.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 tell a visual story, use bold confident visual language, balance information density with visual clarity, and create memorable impactful visuals.
## Core Principles
- Hand-drawn quality throughout - NO realistic or photographic elements
- NO slide numbers, page numbers, footers, headers, or logos
- Clean, uncluttered layouts with clear visual hierarchy
- Each slide conveys ONE clear message
## Text Style (CRITICAL)
- Title text: Large, bold, immediately readable
- Body text: Clear, legible, appropriate sizing
- Max 5-6 text elements per slide for this content-dense slide
## Language: Chinese
---
## STYLE_INSTRUCTIONS
Design Aesthetic: Clean, structured visual metaphors using blueprints, diagrams, and schematics. Precise grid-based layouts with engineering precision. Technical and analytical presentation with restrained, unified color treatment.
Background: Subtle grid overlay on light engineering paper feel. Base Color: Blueprint Off-White (#FAF8F5).
Typography: Headlines in bold geometric sans-serif, clean letterforms. Body in clean serif, readable at smaller sizes, professional editorial quality.
Color Palette:
  Background: Blueprint Paper (#FAF8F5)
  Grid: Light Gray (#E5E5E5)
  Primary Text: Deep Slate (#334155)
  Primary Accent: Engineering Blue (#2563EB)
  Secondary Accent: Navy Blue (#1E3A5F)
  Tertiary: Light Blue (#BFDBFE)
  Warning: Amber (#F59E0B)
Visual Elements: Precise lines with consistent stroke weights (1-2px). Technical schematics and clean vector graphics. Straight lines or 90-degree angles only. Grid alignment for all elements.
Density: 5 key points, 40-50% whitespace.
Style Rules:
  Do: Maintain consistent line weights, grid alignment, restrained palette, clear hierarchy through scale.
  Don't: Hand-drawn shapes, decorative flourishes, curved lines, photographic elements.
---
## SLIDE CONTENT
**Type**: Content
**Filename**: 02-slide-pain-points.png
NARRATIVE GOAL: Establish the problem — current classroom pain points that demand a multi-agent solution.
Headline: 传统课堂的五大痛点
Sub-headline: 单一 AI 工具只能解决一个问题，我们需要协同
Body (5 points):
- 🔴 教师负担过重 —— 难以精准关注每个学生
- 🟡 作业反馈滞后 —— 批改周期长，反馈不及时
- 🟠 学情看不全 —— 分数无法反映知识薄弱点
- 🔵 教学一刀切 —— 优等生吃不饱，后进生跟不上
- ⚪ 家校信息断层 —— 家长只知道排名，不知如何帮助
VISUAL: Five interconnected problem nodes arranged in a pentagon pattern, each with its color-coded indicator (red, yellow, orange, blue, gray). Connection lines between nodes show how problems compound. One highlighted question mark at center: "如何解决？" in amber. Clean engineering line-work.
LAYOUT: grid-cards — Title at top. Five cards in a 2+3 staggered grid below. Each card: colored dot + short description. Center question mark as focal point.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 tell a visual story, use bold confident visual language, balance information density with visual clarity.
## Core Principles
- Hand-drawn quality throughout - NO realistic or photographic elements
- NO slide numbers, page numbers, footers, headers, or logos
- Clean, uncluttered layouts with clear visual hierarchy
- Each slide conveys ONE clear message
## Text Style (CRITICAL)
- Title text: Large, bold, immediately readable
- Body text: Clear, legible, appropriate sizing
- Max 6 text elements per slide
## Language: Chinese
---
## STYLE_INSTRUCTIONS
Design Aesthetic: Clean, structured visual metaphors using blueprints, diagrams, and schematics. Precise grid-based layouts with engineering precision. Technical and analytical presentation with restrained, unified color treatment.
Background: Subtle grid overlay on light engineering paper feel. Base Color: Blueprint Off-White (#FAF8F5).
Typography: Headlines in bold geometric sans-serif, clean letterforms. Body in clean serif, readable at smaller sizes, professional editorial quality.
Color Palette:
  Background: Blueprint Paper (#FAF8F5)
  Grid: Light Gray (#E5E5E5)
  Primary Text: Deep Slate (#334155)
  Primary Accent: Engineering Blue (#2563EB)
  Secondary Accent: Navy Blue (#1E3A5F)
  Tertiary: Light Blue (#BFDBFE)
Visual Elements: Precise lines with consistent stroke weights. Technical schematics and clean vector graphics. Straight lines or 90-degree angles only. Grid alignment for all elements.
Density: 5-6 key points, 40% whitespace.
Style Rules:
  Do: Maintain consistent line weights, grid alignment, restrained palette, clear hierarchy.
  Don't: Hand-drawn shapes, decorative flourishes, curved lines, photographic elements.
---
## SLIDE CONTENT
**Type**: Content
**Filename**: 03-slide-agent-team.png
NARRATIVE GOAL: Introduce the solution — 5 specialized AI agents forming a complete teaching ecosystem.
Headline: 五位一体 · 智能体团队设计
Sub-headline: 各司其职，覆盖教学全流程
Body (5 agents in a horizontal row):
- 🧠 A1 课程规划 — 制定个性化教学计划
- 💬 A2 教学互动 — 课堂实时答疑与互动
- ✍️ A3 作业批改 — 自动批改与错因分析
- 🔍 A4 学习诊断 — 定位知识薄弱点
- 📊 A5 综合评价 — 多维度学习报告
VISUAL: Five agent cards arranged horizontally in a row, each as a clean outlined rectangle with distinct accent color (cyan, emerald, orange, violet, deep violet). Light directional arrows between them showing left-to-right collaboration flow. Grid background with dimension-line style annotations labeling each agent's core function. Engineering blueprint aesthetic.
LAYOUT: horizontal-cards — Title at top. Five equal-width cards in a single row. Each card: emoji icon at top, agent name in bold, one-line description below. Precise equal spacing with dimension-line aesthetic.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 tell a visual story, use bold confident visual language, and balance information density with visual clarity.
## Core Principles
- Hand-drawn quality throughout - NO realistic or photographic elements
- NO slide numbers, page numbers, footers, headers, or logos
- Clean, uncluttered layouts with clear visual hierarchy
- Each slide conveys ONE clear message
## Text Style (CRITICAL)
- Title text: Large, bold, immediately readable
- Body text: Clear, legible, appropriate sizing
- Max 6-8 text elements per slide (split into two columns)
## Language: Chinese
---
## STYLE_INSTRUCTIONS
Design Aesthetic: Clean, structured visual metaphors using blueprints, diagrams, and schematics. Precise grid-based layouts with engineering precision. Technical and analytical presentation with restrained, unified color treatment.
Background: Subtle grid overlay on light engineering paper feel. Base Color: Blueprint Off-White (#FAF8F5).
Typography: Headlines in bold geometric sans-serif. Body in clean serif, readable at smaller sizes, professional editorial quality.
Color Palette:
  Background: Blueprint Paper (#FAF8F5)
  Grid: Light Gray (#E5E5E5)
  Primary Text: Deep Slate (#334155)
  Primary Accent: Engineering Blue (#2563EB) — A1 accent
  Secondary Accent: Navy Blue (#1E3A5F)
  Tertiary: Light Blue (#BFDBFE)
  Emerald: #34D399 — A2 accent
Visual Elements: Precise lines with consistent stroke weights. Technical schematics. 90-degree angles only. Grid alignment.
Density: 6-8 points across two columns, balanced whitespace.
Style Rules:
  Do: Consistent line weights, grid alignment, restrained palette.
  Don't: Hand-drawn shapes, decorative flourishes, curved lines, photographic elements.
---
## SLIDE CONTENT
**Type**: Content
**Filename**: 04-slide-agents-detail-1.png
NARRATIVE GOAL: Deep dive into A1 (Course Planning) and A2 (Teaching Interaction) — showing their inputs, processing, and outputs.
Headline: A1 课程规划 + A2 教学互动
Sub-headline: 课前准备与课中互动双引擎
LEFT COLUMN — A1 课程规划 (cyan/blue theme):
- 输入：学科大纲 + 班级成绩 + A4诊断报告
- 处理：知识图谱拆解 → 分层任务设计
- 输出：个性化教案 + 课堂引导问题
RIGHT COLUMN — A2 教学互动 (emerald/green theme):
- 输入：学生实时提问 + 面部表情
- 处理：NLU 理解 → 引导式回答生成
- 输出：即时反馈 + 互动数据 → A4数据池
VISUAL: Split design — left half for A1 (Engineering Blue #2563EB accent), right half for A2 (Emerald Green #34D399 accent). Each half shows a vertical mini data-flow: Input (top box) → Process (middle rounded box) → Output (bottom box) with clear arrows. Isometric cube icons for each agent at the top of each column. Clean vertical divider line between columns.
LAYOUT: split-comparison — Title spans top. Two equal-width columns below. Each column: agent icon → sub-headline → three-tier data flow diagram. Clean divider line between columns.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 tell a visual story, use bold confident visual language, and balance information density with visual clarity.
## Core Principles
- Hand-drawn quality throughout - NO realistic or photographic elements
- NO slide numbers, page numbers, footers, headers, or logos
- Clean, uncluttered layouts with clear visual hierarchy
## Text Style (CRITICAL)
- Title text: Large, bold, immediately readable
- Body text: Clear, legible, appropriate sizing
## Language: Chinese
---
## STYLE_INSTRUCTIONS
Design Aesthetic: Clean, structured visual metaphors using blueprints, diagrams, and schematics. Precise grid-based layouts with engineering precision.
Background: Subtle grid overlay on light engineering paper feel. Base Color: Blueprint Off-White (#FAF8F5).
Typography: Headlines in bold geometric sans-serif. Body in clean serif.
Color Palette:
  Background: Blueprint Paper (#FAF8F5)
  Grid: Light Gray (#E5E5E5)
  Primary Text: Deep Slate (#334155)
  Accent Orange: #FB923C — A3 accent
  Accent Violet: #A78BFA — A4 accent
  Tertiary: Light Blue (#BFDBFE)
Visual Elements: Precise lines, consistent stroke weights. Technical schematics. 90-degree angles. Grid alignment.
Density: Balanced, 6-8 points across two columns.
Style Rules:
  Do: Consistent line weights, grid alignment, restrained palette.
  Don't: Hand-drawn shapes, decorative flourishes, curved lines, photographic elements.
---
## SLIDE CONTENT
**Type**: Content
**Filename**: 05-slide-agents-detail-2.png
NARRATIVE GOAL: Deep dive into A3 (Homework Grading) and A4 (Learning Diagnosis) — the after-class analysis engine.
Headline: A3 作业批改 + A4 学习诊断
Sub-headline: 课后智能分析与精准定位
LEFT COLUMN — A3 作业批改 (orange #FB923C theme):
- OCR 识别 → 解题步骤追踪 → 错因标签
- 不只判断对错，而是理解"为什么错"
- 自动生成个性化评语 + 推荐练习
RIGHT COLUMN — A4 学习诊断 (violet #A78BFA theme):
- DKT 深度知识追踪建模
- 薄弱点热力图 + 遗忘曲线预测
- 在遗忘发生之前主动介入
VISUAL: Split design — left half A3 (orange accent), right half A4 (violet accent). A3 side: step-tracking diagram showing OCR → Steps → Error Tags as connected nodes. A4 side: abstract heatmap visualization and Ebbinghaus forgetting curve with highlighted intervention point marked with amber dot. Clean vertical divider between columns.
LAYOUT: split-comparison — Same two-column structure as previous slide for visual consistency. Title at top. Two equal columns with sub-headers, key points, and mini-diagrams.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
## Core Principles
- Hand-drawn quality throughout - NO realistic or photographic elements
- NO slide numbers, page numbers, footers, headers, or logos
- Clean, uncluttered layouts with clear visual hierarchy
## Text Style (CRITICAL)
- Title text: Large, bold, immediately readable
- Body text: Clear, legible, appropriate sizing
## Language: Chinese
---
## STYLE_INSTRUCTIONS
Design Aesthetic: Clean, structured visual metaphors using blueprints, diagrams, and schematics. Precise grid-based layouts with engineering precision.
Background: Subtle grid overlay on light engineering paper feel. Base Color: Blueprint Off-White (#FAF8F5).
Typography: Headlines in bold geometric sans-serif. Body in clean serif.
Color Palette:
  Background: Blueprint Paper (#FAF8F5)
  Grid: Light Gray (#E5E5E5)
  Primary Text: Deep Slate (#334155)
  Primary Accent: Deep Violet (#7C3AED) — A5 main
  Secondary Accent: Navy Blue (#1E3A5F)
  Tertiary: Light Blue (#BFDBFE)
  Amber: #F59E0B — highlight
Visual Elements: Precise lines, 90-degree connections. Hub-and-spoke diagram. Grid alignment.
Density: Balanced, 5 key points.
Style Rules:
  Do: Consistent line weights, grid alignment, restrained palette.
  Don't: Hand-drawn, decorative, curved lines, photographic.
---
## SLIDE CONTENT
**Type**: Content
**Filename**: 06-slide-agent-a5.png
NARRATIVE GOAL: Show A5 (Comprehensive Evaluation) as the integration hub — collecting from all agents and producing actionable reports.
Headline: A5 综合评价 · 数据汇聚与决策
Sub-headline: 从四个智能体汇聚数据，生成多维报告
Key points:
- 汇聚 A1~A4 全部输出数据
- 多维度融合：知识掌握 × 学习态度 × 进步趋势
- 输出双版本：👨‍🏫 教师版（专业深度）+ 👨‍👩‍👧 家长版（通俗易懂）
- 核心能力：提前 2 周预警可能掉队的学生
- 反馈闭环：趋势数据 → A1 → 下一周期优化
VISUAL: Hub-and-spoke diagram — A5 at center as a large highlighted node with deep violet accent and subtle glow. A1-A4 as four satellite nodes (cyan, green, orange, light violet) connected by precise data-flow arrows pointing inward. Below the hub, two document-like rectangles representing teacher/parent reports. A curved feedback arrow (amber) looping from the reports back toward an A1 icon on the left. All on grid background with engineering precision.
LAYOUT: hub-spoke — Large central A5 node. Four satellite nodes at corners. Arrows pointing inward. Output documents below center. Feedback loop arrow at bottom.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Bold, confident visual language. Memorable, impactful visuals.
## Core Principles
- Hand-drawn quality throughout - NO realistic or photographic elements
- NO slide numbers, page numbers, footers, headers, or logos
- Clean, uncluttered layouts with clear visual hierarchy
## Text Style (CRITICAL)
- Title text: Large, bold, immediately readable
- Body text: Clear, legible, appropriate sizing
## Language: Chinese
---
## STYLE_INSTRUCTIONS
Design Aesthetic: Clean, structured visual metaphors using blueprints, diagrams, and schematics. Precise grid-based layouts with engineering precision.
Background: Subtle grid overlay. Base Color: Blueprint Off-White (#FAF8F5).
Typography: Headlines bold geometric sans-serif. Body clean serif.
Color Palette:
  Background: Blueprint Paper (#FAF8F5)
  Grid: Light Gray (#E5E5E5)
  Primary Text: Deep Slate (#334155)
  Phase 1 Cyan: #22D3EE
  Phase 2 Emerald: #34D399
  Phase 3 Amber: #F59E0B
  Phase 4 Violet: #A78BFA
  Loop Arrow: Navy (#1E3A5F)
Visual Elements: Precise lines, 90-degree connections. Pipeline blocks with clear arrows. Engineering precision.
Density: 4 phase blocks, balanced.
Style Rules:
  Do: Consistent line weights, grid alignment.
  Don't: Curved lines, decorative elements.
---
## SLIDE CONTENT
**Type**: Content
**Filename**: 07-slide-collaboration.png
NARRATIVE GOAL: Show the full 4-phase collaboration flow — the complete teaching cycle.
Headline: 四阶段协同 · 教学闭环
Sub-headline: 课前准备 → 课中互动 → 课后巩固 → 周期评价
Body (4 phases in horizontal pipeline):
Phase 1 📋 课前准备 (Cyan #22D3EE): A1 读 A4 诊断 → 制定计划 → 同步 A2
Phase 2 💬 课中互动 (Emerald #34D399): A2 互动 → 检测困惑 → 调用 A3 实时批改
Phase 3 ✍️ 课后巩固 (Amber #F59E0B): A3 批改 → 推送 A4 → A4 诊断 → 反馈 A1
Phase 4 📊 周期评价 (Violet #A78BFA): A5 汇聚全数据 → 生成报告 → 反馈 A1
VISUAL: Four-phase horizontal pipeline with large numbered phase blocks (1-4) connected by bold directional arrows. Each phase block has a distinct border color matching its phase. Within each block, mini agent labels (A1, A2, etc.) as small geometric badges. A large sweeping curved "loop-back" arrow in navy blue elegantly connects Phase 4 back to Phase 1 with the annotation "教学闭环". Grid background.
LAYOUT: pipeline-horizontal — Title and subtitle at top. Four connected phase blocks in a horizontal row across the middle with arrow connectors between them. Large curved return arrow below looping from right to left.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Bold, confident visual language.
## Core Principles
- Hand-drawn quality throughout - NO realistic or photographic elements
- NO slide numbers, page numbers, footers, headers, or logos
- Clean, uncluttered layouts with clear visual hierarchy
## Text Style (CRITICAL)
- Title text: Large, bold, immediately readable
- Body text: Clear, legible, appropriate sizing
## Language: Chinese
---
## STYLE_INSTRUCTIONS
Design Aesthetic: Clean, structured visual metaphors using blueprints, diagrams, and schematics. Precise grid-based layouts with engineering precision.
Background: Subtle grid overlay. Base Color: Blueprint Off-White (#FAF8F5).
Typography: Headlines bold geometric sans-serif. Body clean serif.
Color Palette:
  Background: Blueprint Paper (#FAF8F5)
  Grid: Light Gray (#E5E5E5)
  Primary Text: Deep Slate (#334155)
  Layer 1 Border: #22D3EE (cyan, user layer)
  Layer 2 Border: #F59E0B (amber, gateway layer)
  Layer 3 Border: #34D399 (emerald, engine layer - CORE)
  Layer 4 Border: #A78BFA (violet, data layer)
  Layer 5 Border: #94A3B8 (slate, infrastructure)
Visual Elements: Precise lines, 90-degree connections. Layered stack. Component rectangles. Engineering precision.
Density: 5 layers with sub-components, balanced whitespace.
Style Rules: Consistent line weights, grid alignment. No curved lines.
---
## SLIDE CONTENT
**Type**: Content
**Filename**: 08-slide-architecture.png
NARRATIVE GOAL: Present the technical architecture — 5-layer design showing how the system is built.
Headline: 五层系统架构
Sub-headline: 从用户到基础设施的分层设计
5 Layers (top to bottom):
Layer 1 用户层 (Cyan border): 教师端 Web + 学生端小程序 + 家长端 + 管理员端
Layer 2 网关层 (Amber border): API Gateway + 身份认证 OAuth + 权限管理 RBAC
Layer 3 引擎层 ⚡核心 (Emerald border, thicker): A1~A5 五个智能体 + Message Bus (Kafka)
Layer 4 数据层 (Violet border): Neo4j 知识图谱 + PostgreSQL 学生模型 + MongoDB 题库
Layer 5 基础设施 (Slate border): LLM推理 + OCR引擎 + 语音识别 + K8s集群
VISUAL: Top-to-bottom layered architecture. Five horizontal layers stacked vertically, each with a distinct border color and label. Layer 3 (Agent Engine) has a thicker border and subtle highlight to mark it as the core. Within each layer, small labeled rectangles represent components. Vertical dotted connection lines traverse the layers showing cross-layer communication. The word "Kafka" appears as a horizontal message bus bar within Layer 3. Clean, minimal, blueprint aesthetic.
LAYOUT: layered-stack — Title top. Five horizontal layer rows below. Each row: colored left border bar + layer name label + component rectangles. Layer 3 highlighted. Vertical dotted lines connecting components across layers.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Bold, confident visual language. Memorable, impactful visuals.
## Core Principles
- Hand-drawn quality throughout - NO realistic or photographic elements
- NO slide numbers, page numbers, footers, headers, or logos
- Clean, uncluttered layouts with clear visual hierarchy
## Text Style (CRITICAL)
- Title text: Large, bold, immediately readable
- Body text: Clear, legible, appropriate sizing
## Language: Chinese
---
## STYLE_INSTRUCTIONS
Design Aesthetic: Clean, structured visual metaphors using blueprints, diagrams, and schematics. Precise grid-based layouts with engineering precision.
Background: Subtle grid overlay. Base Color: Blueprint Off-White (#FAF8F5).
Typography: Headlines bold geometric sans-serif. Body clean serif.
Color Palette:
  Background: Blueprint Paper (#FAF8F5)
  Grid: Light Gray (#E5E5E5)
  Primary Text: Deep Slate (#334155)
  Primary Accent: Engineering Blue (#2563EB)
  Navy: #1E3A5F
  Amber Highlight: #F59E0B
  Card fills: Light Blue (#BFDBFE) at low opacity
Visual Elements: Precise lines, grid alignment. 2×2 card grid. Clean geometric icons.
Density: 4 cards in 2×2 grid. Balanced.
Style Rules:
  Do: Grid alignment, consistent spacing, restrained palette.
  Don't: Decorative elements, curved lines.
---
## SLIDE CONTENT
**Type**: Content
**Filename**: 09-slide-reflection.png
NARRATIVE GOAL: Share key insights — what makes this system special and why multi-agent matters.
Headline: 深度思考与展望
Sub-headline: 为什么未来属于多智能体协同
4 insight cards in 2×2 grid:
Card 1 (top-left):
  Icon: 💡
  Title: 什么是智能体？
  Text: 感知环境、自主决策、执行行动的 AI 实体，能调用工具并与其他 Agent 协作
Card 2 (top-right, with amber highlight/accent border):
  Icon: 🌟
  Title: 最喜欢的特性
  Text: "遗忘曲线预测 + 主动干预" — 在遗忘发生之前就介入，而非事后补救
Card 3 (bottom-left):
  Icon: 🔗
  Title: 为什么需要协同？
  Text: 单一 AI 有边界；多 Agent 各司其职、相互校验、即插即用、独立升级
Card 4 (bottom-right):
  Icon: 🚀
  Title: 未来展望
  Text: 因材施教从理念变为现实，优质教育资源普惠每一个学生
VISUAL: 2×2 grid of clean rectangular cards with rounded corners. Each card has a large icon at top, bold title in Navy (#1E3A5F), and 1-2 lines of descriptive text in Deep Slate (#334155). The top-right card (favorite feature) has an amber (#F59E0B) left-border accent and subtle warm glow to make it stand out. Cards have light blue (#BFDBFE) subtle fill. Precise equal spacing with grid alignment.
LAYOUT: grid-cards — Title and subtitle at top. 2×2 card grid below. Each card: icon + bold title + description. Top-right card highlighted. Clean engineering aesthetic.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Memorable, impactful closing visuals.
## Core Principles
- Hand-drawn quality throughout - NO realistic or photographic elements
- NO slide numbers, page numbers, footers, headers, or logos
- Clean, uncluttered layouts with clear visual hierarchy
## Text Style (CRITICAL)
- Title text: Large, bold, immediately readable
- Body text: Clear, legible
- Minimal text — maximum impact
## Language: Chinese
---
## STYLE_INSTRUCTIONS
Design Aesthetic: Clean, structured visual metaphors using blueprints. Precise grid-based layouts with engineering precision.
Background: Subtle grid overlay. Base Color: Blueprint Off-White (#FAF8F5).
Typography: Headlines bold geometric sans-serif. Body clean serif.
Color Palette:
  Background: Blueprint Paper (#FAF8F5)
  Grid: Light Gray (#E5E5E5) at reduced opacity
  Primary Text: Navy Blue (#1E3A5F) — quote
  Accent Line: Engineering Blue (#2563EB)
  Agent icons: Subtle multi-color (cyan, emerald, orange, violet) at low opacity
Visual Elements: Precise lines. Five small geometric agent icons. Thin accent line. Generous negative space.
Density: Minimal — one quote, one CTA line. 70% whitespace.
Style Rules:
  Do: Large margins, centered composition, strong negative space.
  Don't: Clutter, multiple elements, decorative flourishes.
---
## SLIDE CONTENT
**Type**: Back Cover
**Filename**: 10-slide-back-cover.png
NARRATIVE GOAL: Memorable closing that reinforces the core message and invites questions.
Headline (large centered quote): 「走出去，才能看到更大的世界」
Sub-headline: 多智能体协同，让因材施教从理念变为现实
CTA: 谢谢！欢迎交流与提问 🙋
VISUAL: Clean, minimal closing composition. Central quote in large Navy (#1E3A5F) text, with a thin Engineering Blue (#2563EB) horizontal accent line directly underneath. Five small abstract geometric agent icons (simplified squares/circles in cyan, green, orange, light violet, deep violet) arranged in a gentle arc above the quote, subtly connected by thin lines. Grid background at reduced opacity with generous white space. The overall feel is elegant, confident, and memorable — like the final blueprint sheet of a well-designed system.
LAYOUT: centered-statement — Everything centered vertically and horizontally. Agent icons in an arc above. Quote in large text at center. Thin accent line below quote. Sub-headline below line. CTA at bottom. Maximum negative space for impact.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baoyu-slide-deck</dc:creator>
  <cp:lastModifiedBy>baoyu-slide-deck</cp:lastModifiedBy>
  <cp:revision>1</cp:revision>
  <dcterms:created xsi:type="dcterms:W3CDTF">2026-06-22T00:39:06Z</dcterms:created>
  <dcterms:modified xsi:type="dcterms:W3CDTF">2026-06-22T00:39:06Z</dcterms:modified>
</cp:coreProperties>
</file>